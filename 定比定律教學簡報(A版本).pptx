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webp" ContentType="image/webp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3333500" cy="7500000" type="wide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image" Target="../media/image1.png"/>
<Relationship Id="rId2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image" Target="../media/image2.png"/>
<Relationship Id="rId2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image" Target="../media/image3.png"/>
<Relationship Id="rId2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image" Target="../media/image4.png"/>
<Relationship Id="rId2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image" Target="../media/image5.png"/>
<Relationship Id="rId2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image" Target="../media/image6.png"/>
<Relationship Id="rId2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image" Target="../media/image7.png"/>
<Relationship Id="rId2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image" Target="../media/image8.png"/>
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333500" cy="75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333500" cy="75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333500" cy="75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333500" cy="75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333500" cy="75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333500" cy="75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333500" cy="75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333500" cy="75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OIL Image Theme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</a:majorFont>
      <a:minorFont>
        <a:latin typeface="Aptos"/>
      </a:minorFont>
    </a:fontScheme>
    <a:fmtScheme name="Office">
      <a:fillStyleLst/>
      <a:lnStyleLst/>
      <a:effectStyleLst/>
      <a:bgFillStyleLst/>
    </a:fmtScheme>
  </a:themeElements>
</a:theme>
</file>