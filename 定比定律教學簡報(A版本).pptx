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3333500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2.png"/>
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age3.png"/>
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image4.png"/>
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image5.png"/>
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image6.png"/>
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image7.png"/>
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image" Target="../media/image8.png"/>
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500" cy="7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500" cy="75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500" cy="75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500" cy="75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500" cy="75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500" cy="75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500" cy="75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500" cy="7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IL Imag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